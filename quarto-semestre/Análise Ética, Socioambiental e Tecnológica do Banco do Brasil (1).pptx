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d23269d8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d23269d86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jpg"/><Relationship Id="rId6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1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A9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524500"/>
            <a:ext cx="9906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837432"/>
            <a:ext cx="11601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ANÁLISE INTEGRADA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3247132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BANCO DO BRASIL S/A: ÉTICA E TECNOLOGIA</a:t>
            </a:r>
            <a:endParaRPr b="1"/>
          </a:p>
        </p:txBody>
      </p:sp>
      <p:sp>
        <p:nvSpPr>
          <p:cNvPr id="88" name="Google Shape;88;p13"/>
          <p:cNvSpPr/>
          <p:nvPr/>
        </p:nvSpPr>
        <p:spPr>
          <a:xfrm>
            <a:off x="5143500" y="4085327"/>
            <a:ext cx="2074500" cy="23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542532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PIM I – Tecnologia em Análise e Desenvolvimento de Sistemas</a:t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8800" y="450400"/>
            <a:ext cx="1094548" cy="1089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A9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0676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1. IDENTIDADE E JUSTIFICATIVA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056804"/>
            <a:ext cx="5238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Organização: 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Banco do Brasil S/A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534840"/>
            <a:ext cx="5238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Sede: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Brasília-DF (Grande Porte)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012876"/>
            <a:ext cx="5238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Justificativa: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Instituição de economia mista reconhecida pela transparência na gestão e por sua importância estratégica para o agronegócio brasileiro.</a:t>
            </a:r>
            <a:endParaRPr/>
          </a:p>
        </p:txBody>
      </p:sp>
      <p:pic>
        <p:nvPicPr>
          <p:cNvPr id="102" name="Google Shape;102;p14" title="172305755666b3c5947b499_1723057556_3x2_md.jpg"/>
          <p:cNvPicPr preferRelativeResize="0"/>
          <p:nvPr/>
        </p:nvPicPr>
        <p:blipFill rotWithShape="1">
          <a:blip r:embed="rId5">
            <a:alphaModFix/>
          </a:blip>
          <a:srcRect b="0" l="9124" r="9124" t="0"/>
          <a:stretch/>
        </p:blipFill>
        <p:spPr>
          <a:xfrm>
            <a:off x="6419850" y="1744860"/>
            <a:ext cx="5162550" cy="4210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4208859"/>
            <a:ext cx="5238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Transparência de Governança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4686895"/>
            <a:ext cx="5238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Impacto Social e Capilaridade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164923"/>
            <a:ext cx="5238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Liderança em Sustentabilidade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7077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4880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226843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A99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9901"/>
            <a:ext cx="3492549" cy="3559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69901"/>
            <a:ext cx="3492549" cy="3559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69901"/>
            <a:ext cx="3492549" cy="355996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2. PILARES DE GOVERNANÇA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952475" y="2955726"/>
            <a:ext cx="286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INTEGRIDADE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52450" y="3407951"/>
            <a:ext cx="27306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Cultura baseada em princípios éticos, normas de conduta bem definidas e transparência em todas as atividades da organização.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730812" y="2849189"/>
            <a:ext cx="286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INCLUSÃO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444900" y="3204850"/>
            <a:ext cx="33435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Valorização da diversidade corporativa por meio de iniciativas voltadas à inclusão de pessoas com deficiência, da comunidade LGBTQIA+ e à promoção da igualdade racial.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509074" y="2927639"/>
            <a:ext cx="286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SUSTENTABILIDADE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394025" y="3283300"/>
            <a:ext cx="29607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Participação em projetos de impacto socioambiental, como o “1 Milhão de Tetos Solares”, em conformidade com as diretrizes da Agenda 2030 da ONU.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392001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392001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392001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A99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28274"/>
            <a:ext cx="4953000" cy="1346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762000"/>
            <a:ext cx="5000625" cy="921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3. CONSCIENTIZAÇÃO ECOLÓGICA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762000"/>
            <a:ext cx="76200" cy="921841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064841"/>
            <a:ext cx="4953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UniBB: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promove capacitação interna em sociobioeconomia, contribuindo para o desenvolvimento contínuo dos colaboradores.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00475" y="3347802"/>
            <a:ext cx="4953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FBB: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desenvolve projetos educacionais voltados às comunidades da Amazônia e do Cerrado, promovendo inclusão e desenvolvimento social.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43900" y="4954524"/>
            <a:ext cx="478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3,6 MILHÕES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71525" y="5349099"/>
            <a:ext cx="4553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Toneladas de CO2 evitadas anualmente através de projetos apoiados.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A99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9901"/>
            <a:ext cx="3492549" cy="3559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69901"/>
            <a:ext cx="3492549" cy="3559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69901"/>
            <a:ext cx="3492549" cy="355996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4. INFRAESTRUTURA DE TI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952500" y="3231951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HARDWARE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52500" y="3708201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Mainframes de alto desempenho e estações de processamento centralizado para milhões de transações.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730799" y="3231951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730799" y="3708201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Camada robusta de sistemas operacionais e bancos de dados transacionais com integridade total.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509099" y="3231951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CONECTIVIDADE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509099" y="3708201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Topologia WAN/LAN complexa garantindo a operação 24/7 de agências e canais digitais.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4985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498526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498526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A99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9185"/>
            <a:ext cx="110490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5. INTELIGÊNCIA DE DADOS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6381750" y="2827139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ANÁLISE ESTATÍSTICA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381750" y="3103364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Estabilidade: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Consumo energético e quadro funcional mantidos sob controle ético.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381750" y="3916560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Crescimento: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Aceleração digital de 7% no semestre.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381750" y="4394596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Ética: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Modernização sem demissões predatórias.</a:t>
            </a:r>
            <a:endParaRPr/>
          </a:p>
        </p:txBody>
      </p:sp>
      <p:pic>
        <p:nvPicPr>
          <p:cNvPr descr="image.png" id="172" name="Google Shape;17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363" y="3138875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7650" y="3955686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77650" y="4421885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A99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676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85082"/>
            <a:ext cx="5238750" cy="352945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6. AUTOMAÇÃO (PYTHON)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1744860"/>
            <a:ext cx="51625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6762750" y="2466082"/>
            <a:ext cx="47005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FLUXO DO ALGORITMO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762750" y="4759225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"Tecnologia a serviço da transparência e eficiência bancária."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762750" y="2942332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Entrada: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Relatórios brutos de consumo e RH.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762750" y="3420367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Processamento: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Pandas e Matplotlib para cálculos estatísticos.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762750" y="4233564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Saída: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Dashboards de auditoria e tendências.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39076" y="2956896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15402" y="3423096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15402" y="4259966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A99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8964"/>
            <a:ext cx="11049000" cy="332184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CONCLUSÃO: O FUTURO DO BB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571500"/>
            <a:ext cx="76200" cy="4608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795337" y="2665214"/>
            <a:ext cx="1060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SINERGIA ESTRATÉGICA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047750" y="3360539"/>
            <a:ext cx="100965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 Banco do Brasil solidifica sua posição como líder através da convergência entre </a:t>
            </a: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responsabilidade socioambiental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inovação tecnológica</a:t>
            </a: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1047750" y="4221360"/>
            <a:ext cx="100965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 investimento em TI não é apenas uma ferramenta de eficiência, mas o pilar que sustenta o compromisso ético e a transparência para com a sociedade e seus stakeholders.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A99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71500" y="6296025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PIM I – Análise e Desenvolvimento de Sistemas – UNIP 2026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295275" y="1548705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DÚVIDAS?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4667250" y="3263205"/>
            <a:ext cx="2857500" cy="571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360610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Obrigado pela atenção!</a:t>
            </a:r>
            <a:endParaRPr/>
          </a:p>
        </p:txBody>
      </p:sp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412" y="4651920"/>
            <a:ext cx="9810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4443412" y="5147220"/>
            <a:ext cx="981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Sustentabilidade</a:t>
            </a:r>
            <a:endParaRPr/>
          </a:p>
        </p:txBody>
      </p:sp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5487" y="4651920"/>
            <a:ext cx="723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5805487" y="5147220"/>
            <a:ext cx="723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Ética Digital</a:t>
            </a:r>
            <a:endParaRPr/>
          </a:p>
        </p:txBody>
      </p:sp>
      <p:pic>
        <p:nvPicPr>
          <p:cNvPr descr="image.png" id="217" name="Google Shape;21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10387" y="4651920"/>
            <a:ext cx="8382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6910387" y="5147220"/>
            <a:ext cx="838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Infraestrutura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